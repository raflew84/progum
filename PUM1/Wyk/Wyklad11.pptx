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26"/>
  </p:notesMasterIdLst>
  <p:handoutMasterIdLst>
    <p:handoutMasterId r:id="rId27"/>
  </p:handoutMasterIdLst>
  <p:sldIdLst>
    <p:sldId id="346" r:id="rId2"/>
    <p:sldId id="503" r:id="rId3"/>
    <p:sldId id="504" r:id="rId4"/>
    <p:sldId id="505" r:id="rId5"/>
    <p:sldId id="506" r:id="rId6"/>
    <p:sldId id="507" r:id="rId7"/>
    <p:sldId id="508" r:id="rId8"/>
    <p:sldId id="509" r:id="rId9"/>
    <p:sldId id="510" r:id="rId10"/>
    <p:sldId id="511" r:id="rId11"/>
    <p:sldId id="512" r:id="rId12"/>
    <p:sldId id="513" r:id="rId13"/>
    <p:sldId id="514" r:id="rId14"/>
    <p:sldId id="515" r:id="rId15"/>
    <p:sldId id="516" r:id="rId16"/>
    <p:sldId id="518" r:id="rId17"/>
    <p:sldId id="519" r:id="rId18"/>
    <p:sldId id="520" r:id="rId19"/>
    <p:sldId id="521" r:id="rId20"/>
    <p:sldId id="522" r:id="rId21"/>
    <p:sldId id="523" r:id="rId22"/>
    <p:sldId id="524" r:id="rId23"/>
    <p:sldId id="525" r:id="rId24"/>
    <p:sldId id="526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2" autoAdjust="0"/>
    <p:restoredTop sz="94892" autoAdjust="0"/>
  </p:normalViewPr>
  <p:slideViewPr>
    <p:cSldViewPr>
      <p:cViewPr>
        <p:scale>
          <a:sx n="100" d="100"/>
          <a:sy n="100" d="100"/>
        </p:scale>
        <p:origin x="1950" y="3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45E28-E49E-7110-ABE5-50477E986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BB6CF9-FB20-6259-25FB-289D63B512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801AB1-A325-458D-77BD-811F44129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8DBBC-E03B-29EC-57A1-BDE2F4E896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3406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51003-764B-E501-0D16-AD2CE7763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71417-BD63-9B84-BE21-000448F7E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8C4FB-92D2-D26A-55BB-1EEE755E6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F699D-46CB-E539-BD8D-07B10539F5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952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2AE7-A886-8B62-68AB-0666A920A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378DBE-B0E2-830D-1BA6-6128B8B190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DC6FC9-D6AD-A7AF-206B-2FDAA3332D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3A629-C623-FC91-3F21-BFBF1412AB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42351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E0824-AE01-FD22-2B68-7FA8488AF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2FCF1D-7868-DBEC-B82D-81B571CEC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159719-8234-3A39-AA8E-9245916AFD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1FC41-4456-C8AF-2033-804D5ECF23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26832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0BA7E-DD4F-D591-A38F-1201134AF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6A397-0D52-08DA-3AFD-9DE44FEAF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B45D7-3AC4-89F2-4385-556928ECE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5B813-9DEF-68B5-DEF9-A2AB55D3F81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47320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EB648-08FC-812E-12BC-3ED47F4CA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735D9E-4CF9-F535-78EF-16DB132A6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59CAD-9385-E496-2FC7-C219923E2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CE8C1-DBE1-9AF1-39B2-2D3A5AB45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64009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FCDD0-91A3-0919-6E90-F855754C1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DB4CC6-B50D-7B14-A2E1-38C82AB77D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04766-1932-6BD7-9184-3AB94078F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85089-8B39-B418-89EC-5DC5183B0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55992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EFB3D-F9DB-8F5B-6F10-9637F69F7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24C269-A179-3758-9E9F-848CF12AC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B5501-11D1-B195-3859-7EA71C789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DBD1E-3CB9-84C8-5720-65EF522D86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74454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3E172-87BD-2C53-CEB6-068B43C1D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294A6-A636-5CB8-9A87-57DF2C9EC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3F94B8-5544-A1D9-67FD-3241C0B332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CB46B8-F00C-DF9F-71C5-3C9B1370F2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55552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C581-1DB7-F3CB-CA29-7DFFDFAD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EC26FC-9602-F043-022F-8622F651D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83907-5705-3C05-7E7E-3722BBED8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612514-D83C-7604-84B9-48AC43DA4D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03184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F45AA-65CC-DF88-7BFB-8E9D9BAFC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328BE9-A6C5-8D61-BF4D-6ECCFFDE50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2BFB0-A2E0-BA8F-7E24-E11931A7FD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A8270-66A0-70E7-24C9-6FC4D73457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68238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8B37F-43A1-1B5A-A168-303B88B39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E1D37D-05F6-EA74-11A6-BFEB156B9C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DCD24-A006-D4C1-77A7-14C7F7826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2131C3-FD5A-099E-EB3D-E64E2F7297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9981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12BC-9AE4-E922-FB5E-7A0B8ECF7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02F77-0B67-B6B0-6A24-6E6203491B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3C66E-E00F-2B23-2F49-0F6B7C1D5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984441-E394-32C2-0891-247F8F9954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37718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4C366-A964-ADBC-3CE4-EF8586BED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65B95-CC8E-5AB6-5F38-39656589E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64FC9-4493-CDCC-B618-4EFBAC33F5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1BA39-52F9-EA73-9DE1-7A62F3AE9A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47829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D3AF-D22E-68B3-38A9-D5452EDDB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C8117-498D-253D-1FC5-FABA66BB9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66C5B-0455-EB65-AF52-0EEDCB581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0FF82-EF5A-5175-4C64-639B2BC4E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10848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C3866-14B8-2983-17EF-640C3FBCE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772D26-A4EB-D27E-13EE-ADB05BC85D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AC60B6-8ECF-A347-611D-C801AB33A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E21B39-34FD-5C8B-A820-52F8449B3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449198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13338-7C4A-2E66-3360-18563DEAC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7722D-9794-6656-72D5-B36EFC3AB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1FB94C-68AE-6844-CE32-E30FD87EFD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19B5F-8E35-1D5F-6B0F-4D31832F92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95257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E64D2-F10D-E205-8278-4F21C3C59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11EF03-1C03-04E5-ADFB-2B28757053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118C0-7A02-1E05-3EC3-D2316664E7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BF5434-5398-7000-8D9F-1FF8FB4934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112450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C6DE-B437-239F-950A-ABD1EDED6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BBE0B-ACF8-2478-3F55-F2375A35B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598DE7-E253-CA17-B74C-287875017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ADBAF-3F31-58DE-45FE-243AE2E6C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05088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6B1A9-F4A7-9D39-6F2E-419912BC9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7BAEE-C487-DA58-F9A3-9D95D874E3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C954B7-92E5-2E7A-F540-14063BBF6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CDCEF-D990-CF96-DF08-FDF8C9AFC3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04035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82C4F-1A6E-8474-148C-57D12435C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D241A-1CDC-438E-00F3-10A4C27B8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392EAF-C131-863E-22E6-98B13C7F72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878DC-9E1B-E2B0-D346-D68BF57A2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219536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6CEE2-DC23-4D18-C7F7-51C3DE678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C198F-FDC4-A247-8334-553C8F887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529276-AB1B-3D08-C730-E9EFB9E7D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366F1-B2DC-71B6-20CE-B09813D848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3699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28.04.2025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11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Nawigacja w aplikacji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 err="1">
                <a:solidFill>
                  <a:schemeClr val="bg1"/>
                </a:solidFill>
              </a:rPr>
              <a:t>Compose</a:t>
            </a:r>
            <a:r>
              <a:rPr lang="pl-PL" sz="1800" dirty="0">
                <a:solidFill>
                  <a:schemeClr val="bg1"/>
                </a:solidFill>
              </a:rPr>
              <a:t> </a:t>
            </a:r>
            <a:r>
              <a:rPr lang="pl-PL" sz="1800" dirty="0" err="1">
                <a:solidFill>
                  <a:schemeClr val="bg1"/>
                </a:solidFill>
              </a:rPr>
              <a:t>Navigation</a:t>
            </a:r>
            <a:endParaRPr lang="pl-PL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>
            <a:extLst>
              <a:ext uri="{FF2B5EF4-FFF2-40B4-BE49-F238E27FC236}">
                <a16:creationId xmlns:a16="http://schemas.microsoft.com/office/drawing/2014/main" id="{05C980AB-2B5F-DF8B-B5B8-EF0760AED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237" y="980728"/>
            <a:ext cx="6323741" cy="5573258"/>
          </a:xfrm>
          <a:prstGeom prst="rect">
            <a:avLst/>
          </a:prstGeom>
        </p:spPr>
      </p:pic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FA4C1B0C-B61E-0712-C4F9-C33D8F45F09A}"/>
              </a:ext>
            </a:extLst>
          </p:cNvPr>
          <p:cNvSpPr/>
          <p:nvPr/>
        </p:nvSpPr>
        <p:spPr>
          <a:xfrm>
            <a:off x="34627" y="1877116"/>
            <a:ext cx="3015078" cy="13234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Podstawowe Elementy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6A6D413D-B3DE-A46E-F02D-87400A7485A7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530053" y="1163842"/>
            <a:ext cx="1135813" cy="71327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BA475EC3-71C5-636F-2121-2442AF51A8F5}"/>
              </a:ext>
            </a:extLst>
          </p:cNvPr>
          <p:cNvSpPr txBox="1"/>
          <p:nvPr/>
        </p:nvSpPr>
        <p:spPr>
          <a:xfrm>
            <a:off x="101928" y="1877116"/>
            <a:ext cx="28562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Centralny komponent zarządzający </a:t>
            </a:r>
            <a:r>
              <a:rPr lang="pl-PL" sz="1600" b="1" dirty="0"/>
              <a:t>stanem nawigacji</a:t>
            </a:r>
            <a:r>
              <a:rPr lang="pl-PL" sz="1600" dirty="0"/>
              <a:t>, śledzący </a:t>
            </a:r>
            <a:r>
              <a:rPr lang="pl-PL" sz="1600" b="1" dirty="0"/>
              <a:t>stos ekranów </a:t>
            </a:r>
            <a:r>
              <a:rPr lang="pl-PL" sz="1600" dirty="0"/>
              <a:t>(</a:t>
            </a:r>
            <a:r>
              <a:rPr lang="pl-PL" sz="1600" dirty="0" err="1"/>
              <a:t>back</a:t>
            </a:r>
            <a:r>
              <a:rPr lang="pl-PL" sz="1600" dirty="0"/>
              <a:t> </a:t>
            </a:r>
            <a:r>
              <a:rPr lang="pl-PL" sz="1600" dirty="0" err="1"/>
              <a:t>stack</a:t>
            </a:r>
            <a:r>
              <a:rPr lang="pl-PL" sz="1600" dirty="0"/>
              <a:t>) i aktualną pozycję na grafie.</a:t>
            </a:r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E895E-6A80-E7AC-DE03-04A68CCC1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>
            <a:extLst>
              <a:ext uri="{FF2B5EF4-FFF2-40B4-BE49-F238E27FC236}">
                <a16:creationId xmlns:a16="http://schemas.microsoft.com/office/drawing/2014/main" id="{AEE888A7-25EB-1D2E-4424-1F2A8C8DB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237" y="980728"/>
            <a:ext cx="6323741" cy="5573258"/>
          </a:xfrm>
          <a:prstGeom prst="rect">
            <a:avLst/>
          </a:prstGeom>
        </p:spPr>
      </p:pic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40F2C899-B8AC-189D-1C33-EDA30CC21865}"/>
              </a:ext>
            </a:extLst>
          </p:cNvPr>
          <p:cNvSpPr/>
          <p:nvPr/>
        </p:nvSpPr>
        <p:spPr>
          <a:xfrm>
            <a:off x="34627" y="1877116"/>
            <a:ext cx="3015078" cy="13234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67282C-EF74-EF42-4012-E22A48EF59B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Podstawowe Elementy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12E8201A-2220-13D4-515C-3A9608CCE9A8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142961" y="1753651"/>
            <a:ext cx="87972" cy="222833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2F5493DC-0B25-5DD6-0019-6F65AE9447C2}"/>
              </a:ext>
            </a:extLst>
          </p:cNvPr>
          <p:cNvSpPr/>
          <p:nvPr/>
        </p:nvSpPr>
        <p:spPr>
          <a:xfrm>
            <a:off x="140148" y="3431246"/>
            <a:ext cx="3021923" cy="117098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421F1828-784D-8FD3-E605-88F37683A78F}"/>
              </a:ext>
            </a:extLst>
          </p:cNvPr>
          <p:cNvSpPr txBox="1"/>
          <p:nvPr/>
        </p:nvSpPr>
        <p:spPr>
          <a:xfrm>
            <a:off x="159102" y="3443379"/>
            <a:ext cx="29838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Kontener wyświetlający aktualną pozycję na grafie. Łączy </a:t>
            </a:r>
            <a:r>
              <a:rPr lang="pl-PL" sz="1600" b="1" dirty="0" err="1"/>
              <a:t>NavController</a:t>
            </a:r>
            <a:r>
              <a:rPr lang="pl-PL" sz="1600" dirty="0"/>
              <a:t> z grafem nawigacyjnym (</a:t>
            </a:r>
            <a:r>
              <a:rPr lang="pl-PL" sz="1600" b="1" dirty="0" err="1"/>
              <a:t>NavGraph</a:t>
            </a:r>
            <a:r>
              <a:rPr lang="pl-PL" sz="1600" dirty="0"/>
              <a:t>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0B803CFF-A9CC-885C-207D-2D8E153539F2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530053" y="1163842"/>
            <a:ext cx="1135813" cy="71327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9AB9646-1598-CBF0-637C-B72D37F2748E}"/>
              </a:ext>
            </a:extLst>
          </p:cNvPr>
          <p:cNvSpPr txBox="1"/>
          <p:nvPr/>
        </p:nvSpPr>
        <p:spPr>
          <a:xfrm>
            <a:off x="101928" y="1877116"/>
            <a:ext cx="28562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Centralny komponent zarządzający </a:t>
            </a:r>
            <a:r>
              <a:rPr lang="pl-PL" sz="1600" b="1" dirty="0"/>
              <a:t>stanem nawigacji</a:t>
            </a:r>
            <a:r>
              <a:rPr lang="pl-PL" sz="1600" dirty="0"/>
              <a:t>, śledzący </a:t>
            </a:r>
            <a:r>
              <a:rPr lang="pl-PL" sz="1600" b="1" dirty="0"/>
              <a:t>stos ekranów </a:t>
            </a:r>
            <a:r>
              <a:rPr lang="pl-PL" sz="1600" dirty="0"/>
              <a:t>(</a:t>
            </a:r>
            <a:r>
              <a:rPr lang="pl-PL" sz="1600" dirty="0" err="1"/>
              <a:t>back</a:t>
            </a:r>
            <a:r>
              <a:rPr lang="pl-PL" sz="1600" dirty="0"/>
              <a:t> </a:t>
            </a:r>
            <a:r>
              <a:rPr lang="pl-PL" sz="1600" dirty="0" err="1"/>
              <a:t>stack</a:t>
            </a:r>
            <a:r>
              <a:rPr lang="pl-PL" sz="1600" dirty="0"/>
              <a:t>) i aktualną pozycję na grafie.</a:t>
            </a:r>
          </a:p>
        </p:txBody>
      </p:sp>
    </p:spTree>
    <p:extLst>
      <p:ext uri="{BB962C8B-B14F-4D97-AF65-F5344CB8AC3E}">
        <p14:creationId xmlns:p14="http://schemas.microsoft.com/office/powerpoint/2010/main" val="3077056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80AAB-6F86-D009-D435-EB76D2F8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>
            <a:extLst>
              <a:ext uri="{FF2B5EF4-FFF2-40B4-BE49-F238E27FC236}">
                <a16:creationId xmlns:a16="http://schemas.microsoft.com/office/drawing/2014/main" id="{E79E58F3-9758-8B99-5A2B-663DE0FBF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237" y="980728"/>
            <a:ext cx="6323741" cy="5573258"/>
          </a:xfrm>
          <a:prstGeom prst="rect">
            <a:avLst/>
          </a:prstGeom>
        </p:spPr>
      </p:pic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E8B64475-8B6D-8E59-0B86-650085CA2725}"/>
              </a:ext>
            </a:extLst>
          </p:cNvPr>
          <p:cNvSpPr/>
          <p:nvPr/>
        </p:nvSpPr>
        <p:spPr>
          <a:xfrm>
            <a:off x="34627" y="1877116"/>
            <a:ext cx="3015078" cy="13234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62BA8C2-F97B-9468-D2D3-B3F2A81A1C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Podstawowe Elementy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8265BC4-BD13-F53F-10D5-8D55520A2001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142961" y="1753651"/>
            <a:ext cx="87972" cy="222833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610C588D-E820-E164-83B0-258349C8747A}"/>
              </a:ext>
            </a:extLst>
          </p:cNvPr>
          <p:cNvSpPr/>
          <p:nvPr/>
        </p:nvSpPr>
        <p:spPr>
          <a:xfrm>
            <a:off x="140148" y="3431246"/>
            <a:ext cx="3021923" cy="117098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F30121B-61FF-04D7-3D83-063456DB7092}"/>
              </a:ext>
            </a:extLst>
          </p:cNvPr>
          <p:cNvSpPr txBox="1"/>
          <p:nvPr/>
        </p:nvSpPr>
        <p:spPr>
          <a:xfrm>
            <a:off x="159102" y="3443379"/>
            <a:ext cx="29838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Kontener wyświetlający aktualną pozycję na grafie. Łączy </a:t>
            </a:r>
            <a:r>
              <a:rPr lang="pl-PL" sz="1600" b="1" dirty="0" err="1"/>
              <a:t>NavController</a:t>
            </a:r>
            <a:r>
              <a:rPr lang="pl-PL" sz="1600" dirty="0"/>
              <a:t> z grafem nawigacyjnym (</a:t>
            </a:r>
            <a:r>
              <a:rPr lang="pl-PL" sz="1600" b="1" dirty="0" err="1"/>
              <a:t>NavGraph</a:t>
            </a:r>
            <a:r>
              <a:rPr lang="pl-PL" sz="1600" dirty="0"/>
              <a:t>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08A58194-27FB-1E61-E72A-14361BD1E0EF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530053" y="1163842"/>
            <a:ext cx="1135813" cy="71327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444511DB-7857-5E75-0C31-68F930F5B1CD}"/>
              </a:ext>
            </a:extLst>
          </p:cNvPr>
          <p:cNvSpPr txBox="1"/>
          <p:nvPr/>
        </p:nvSpPr>
        <p:spPr>
          <a:xfrm>
            <a:off x="101928" y="1877116"/>
            <a:ext cx="28562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Centralny komponent zarządzający </a:t>
            </a:r>
            <a:r>
              <a:rPr lang="pl-PL" sz="1600" b="1" dirty="0"/>
              <a:t>stanem nawigacji</a:t>
            </a:r>
            <a:r>
              <a:rPr lang="pl-PL" sz="1600" dirty="0"/>
              <a:t>, śledzący </a:t>
            </a:r>
            <a:r>
              <a:rPr lang="pl-PL" sz="1600" b="1" dirty="0"/>
              <a:t>stos ekranów </a:t>
            </a:r>
            <a:r>
              <a:rPr lang="pl-PL" sz="1600" dirty="0"/>
              <a:t>(</a:t>
            </a:r>
            <a:r>
              <a:rPr lang="pl-PL" sz="1600" dirty="0" err="1"/>
              <a:t>back</a:t>
            </a:r>
            <a:r>
              <a:rPr lang="pl-PL" sz="1600" dirty="0"/>
              <a:t> </a:t>
            </a:r>
            <a:r>
              <a:rPr lang="pl-PL" sz="1600" dirty="0" err="1"/>
              <a:t>stack</a:t>
            </a:r>
            <a:r>
              <a:rPr lang="pl-PL" sz="1600" dirty="0"/>
              <a:t>) i aktualną pozycję na grafie.</a:t>
            </a:r>
          </a:p>
        </p:txBody>
      </p:sp>
      <p:sp>
        <p:nvSpPr>
          <p:cNvPr id="43" name="Prostokąt: zaokrąglone rogi 42">
            <a:extLst>
              <a:ext uri="{FF2B5EF4-FFF2-40B4-BE49-F238E27FC236}">
                <a16:creationId xmlns:a16="http://schemas.microsoft.com/office/drawing/2014/main" id="{D5DAD890-84F1-3486-3D21-51D69764435E}"/>
              </a:ext>
            </a:extLst>
          </p:cNvPr>
          <p:cNvSpPr/>
          <p:nvPr/>
        </p:nvSpPr>
        <p:spPr>
          <a:xfrm>
            <a:off x="6122076" y="5621781"/>
            <a:ext cx="3021923" cy="932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3017BF1F-0870-2353-64A4-019EDE0DD986}"/>
              </a:ext>
            </a:extLst>
          </p:cNvPr>
          <p:cNvSpPr txBox="1"/>
          <p:nvPr/>
        </p:nvSpPr>
        <p:spPr>
          <a:xfrm>
            <a:off x="6122076" y="5677020"/>
            <a:ext cx="2971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Każdy ekran jest identyfikowany przez </a:t>
            </a:r>
            <a:r>
              <a:rPr lang="pl-PL" sz="1600" dirty="0" err="1"/>
              <a:t>route</a:t>
            </a:r>
            <a:r>
              <a:rPr lang="pl-PL" sz="1600" dirty="0"/>
              <a:t> (np. "</a:t>
            </a:r>
            <a:r>
              <a:rPr lang="pl-PL" sz="1600" dirty="0" err="1"/>
              <a:t>home</a:t>
            </a:r>
            <a:r>
              <a:rPr lang="pl-PL" sz="1600" dirty="0"/>
              <a:t>", "profile/{</a:t>
            </a:r>
            <a:r>
              <a:rPr lang="pl-PL" sz="1600" dirty="0" err="1"/>
              <a:t>userId</a:t>
            </a:r>
            <a:r>
              <a:rPr lang="pl-PL" sz="1600" dirty="0"/>
              <a:t>}").</a:t>
            </a:r>
          </a:p>
        </p:txBody>
      </p:sp>
      <p:cxnSp>
        <p:nvCxnSpPr>
          <p:cNvPr id="45" name="Łącznik prosty ze strzałką 44">
            <a:extLst>
              <a:ext uri="{FF2B5EF4-FFF2-40B4-BE49-F238E27FC236}">
                <a16:creationId xmlns:a16="http://schemas.microsoft.com/office/drawing/2014/main" id="{DE9C1974-CA1D-8037-2645-57DD302D1849}"/>
              </a:ext>
            </a:extLst>
          </p:cNvPr>
          <p:cNvCxnSpPr>
            <a:cxnSpLocks/>
            <a:stCxn id="43" idx="0"/>
          </p:cNvCxnSpPr>
          <p:nvPr/>
        </p:nvCxnSpPr>
        <p:spPr>
          <a:xfrm flipH="1" flipV="1">
            <a:off x="7143468" y="5069424"/>
            <a:ext cx="489570" cy="55235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4052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B3B65-6106-55DF-516E-CBAB9DD2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>
            <a:extLst>
              <a:ext uri="{FF2B5EF4-FFF2-40B4-BE49-F238E27FC236}">
                <a16:creationId xmlns:a16="http://schemas.microsoft.com/office/drawing/2014/main" id="{3BCE91ED-9E13-12B4-46C8-1701C4E050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5237" y="980728"/>
            <a:ext cx="6323741" cy="5573258"/>
          </a:xfrm>
          <a:prstGeom prst="rect">
            <a:avLst/>
          </a:prstGeom>
        </p:spPr>
      </p:pic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49BB1DE4-322A-5027-C1F3-E245292EB5F5}"/>
              </a:ext>
            </a:extLst>
          </p:cNvPr>
          <p:cNvSpPr/>
          <p:nvPr/>
        </p:nvSpPr>
        <p:spPr>
          <a:xfrm>
            <a:off x="34627" y="1877116"/>
            <a:ext cx="3015078" cy="13234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026B6C-B743-0CC9-D8A6-12A8E1B9C23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Podstawowe Elementy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85B4AE36-E15E-8A10-4433-179F794563DE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3142961" y="1753651"/>
            <a:ext cx="87972" cy="222833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0CC14C8-899A-D813-64E6-7D80C09F2929}"/>
              </a:ext>
            </a:extLst>
          </p:cNvPr>
          <p:cNvSpPr/>
          <p:nvPr/>
        </p:nvSpPr>
        <p:spPr>
          <a:xfrm>
            <a:off x="140148" y="3431246"/>
            <a:ext cx="3021923" cy="117098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6AA2DB53-5816-9EF2-8723-2B6C43CAE1BA}"/>
              </a:ext>
            </a:extLst>
          </p:cNvPr>
          <p:cNvSpPr txBox="1"/>
          <p:nvPr/>
        </p:nvSpPr>
        <p:spPr>
          <a:xfrm>
            <a:off x="159102" y="3443379"/>
            <a:ext cx="298385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Kontener wyświetlający aktualną pozycję na grafie. Łączy </a:t>
            </a:r>
            <a:r>
              <a:rPr lang="pl-PL" sz="1600" b="1" dirty="0" err="1"/>
              <a:t>NavController</a:t>
            </a:r>
            <a:r>
              <a:rPr lang="pl-PL" sz="1600" dirty="0"/>
              <a:t> z grafem nawigacyjnym (</a:t>
            </a:r>
            <a:r>
              <a:rPr lang="pl-PL" sz="1600" b="1" dirty="0" err="1"/>
              <a:t>NavGraph</a:t>
            </a:r>
            <a:r>
              <a:rPr lang="pl-PL" sz="1600" dirty="0"/>
              <a:t>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9488A451-4633-A9A6-4A44-FB59E3E75F95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1530053" y="1163842"/>
            <a:ext cx="1135813" cy="71327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3432C3EA-DEA8-B22A-1DEE-413953B8CE15}"/>
              </a:ext>
            </a:extLst>
          </p:cNvPr>
          <p:cNvSpPr txBox="1"/>
          <p:nvPr/>
        </p:nvSpPr>
        <p:spPr>
          <a:xfrm>
            <a:off x="101928" y="1877116"/>
            <a:ext cx="28562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Centralny komponent zarządzający </a:t>
            </a:r>
            <a:r>
              <a:rPr lang="pl-PL" sz="1600" b="1" dirty="0"/>
              <a:t>stanem nawigacji</a:t>
            </a:r>
            <a:r>
              <a:rPr lang="pl-PL" sz="1600" dirty="0"/>
              <a:t>, śledzący </a:t>
            </a:r>
            <a:r>
              <a:rPr lang="pl-PL" sz="1600" b="1" dirty="0"/>
              <a:t>stos ekranów </a:t>
            </a:r>
            <a:r>
              <a:rPr lang="pl-PL" sz="1600" dirty="0"/>
              <a:t>(</a:t>
            </a:r>
            <a:r>
              <a:rPr lang="pl-PL" sz="1600" dirty="0" err="1"/>
              <a:t>back</a:t>
            </a:r>
            <a:r>
              <a:rPr lang="pl-PL" sz="1600" dirty="0"/>
              <a:t> </a:t>
            </a:r>
            <a:r>
              <a:rPr lang="pl-PL" sz="1600" dirty="0" err="1"/>
              <a:t>stack</a:t>
            </a:r>
            <a:r>
              <a:rPr lang="pl-PL" sz="1600" dirty="0"/>
              <a:t>) i aktualną pozycję na grafie.</a:t>
            </a:r>
          </a:p>
        </p:txBody>
      </p:sp>
      <p:sp>
        <p:nvSpPr>
          <p:cNvPr id="34" name="Prostokąt: zaokrąglone rogi 33">
            <a:extLst>
              <a:ext uri="{FF2B5EF4-FFF2-40B4-BE49-F238E27FC236}">
                <a16:creationId xmlns:a16="http://schemas.microsoft.com/office/drawing/2014/main" id="{67F1876F-5696-8C2D-20C5-5935650A5E95}"/>
              </a:ext>
            </a:extLst>
          </p:cNvPr>
          <p:cNvSpPr/>
          <p:nvPr/>
        </p:nvSpPr>
        <p:spPr>
          <a:xfrm>
            <a:off x="159102" y="4650082"/>
            <a:ext cx="3021923" cy="102693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5" name="pole tekstowe 34">
            <a:extLst>
              <a:ext uri="{FF2B5EF4-FFF2-40B4-BE49-F238E27FC236}">
                <a16:creationId xmlns:a16="http://schemas.microsoft.com/office/drawing/2014/main" id="{61C1D0CB-06C1-ADD2-F1F2-56236E19D81C}"/>
              </a:ext>
            </a:extLst>
          </p:cNvPr>
          <p:cNvSpPr txBox="1"/>
          <p:nvPr/>
        </p:nvSpPr>
        <p:spPr>
          <a:xfrm>
            <a:off x="180849" y="4729813"/>
            <a:ext cx="29838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Graf definiowany wewnątrz </a:t>
            </a:r>
            <a:r>
              <a:rPr lang="pl-PL" sz="1600" b="1" dirty="0" err="1"/>
              <a:t>NavHost</a:t>
            </a:r>
            <a:r>
              <a:rPr lang="pl-PL" sz="1600" dirty="0"/>
              <a:t>, składający się z celu i powiązań między nimi.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36" name="Łącznik prosty ze strzałką 35">
            <a:extLst>
              <a:ext uri="{FF2B5EF4-FFF2-40B4-BE49-F238E27FC236}">
                <a16:creationId xmlns:a16="http://schemas.microsoft.com/office/drawing/2014/main" id="{6EBA0EFD-706C-7CB4-EDEC-AA6348FE8B5F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3164708" y="3582248"/>
            <a:ext cx="247078" cy="156306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B66DB3C2-06E9-2595-54A1-3CCEDA89E72D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3164708" y="4993536"/>
            <a:ext cx="831228" cy="1517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rostokąt: zaokrąglone rogi 42">
            <a:extLst>
              <a:ext uri="{FF2B5EF4-FFF2-40B4-BE49-F238E27FC236}">
                <a16:creationId xmlns:a16="http://schemas.microsoft.com/office/drawing/2014/main" id="{AA82F9A6-F57F-F4B5-5039-C31184589179}"/>
              </a:ext>
            </a:extLst>
          </p:cNvPr>
          <p:cNvSpPr/>
          <p:nvPr/>
        </p:nvSpPr>
        <p:spPr>
          <a:xfrm>
            <a:off x="6122076" y="5621781"/>
            <a:ext cx="3021923" cy="932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54E422E3-1E95-F77E-D2CA-7CE05B2ABBFC}"/>
              </a:ext>
            </a:extLst>
          </p:cNvPr>
          <p:cNvSpPr txBox="1"/>
          <p:nvPr/>
        </p:nvSpPr>
        <p:spPr>
          <a:xfrm>
            <a:off x="6122076" y="5677020"/>
            <a:ext cx="29710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Każdy ekran jest identyfikowany przez </a:t>
            </a:r>
            <a:r>
              <a:rPr lang="pl-PL" sz="1600" dirty="0" err="1"/>
              <a:t>route</a:t>
            </a:r>
            <a:r>
              <a:rPr lang="pl-PL" sz="1600" dirty="0"/>
              <a:t> (np. "</a:t>
            </a:r>
            <a:r>
              <a:rPr lang="pl-PL" sz="1600" dirty="0" err="1"/>
              <a:t>home</a:t>
            </a:r>
            <a:r>
              <a:rPr lang="pl-PL" sz="1600" dirty="0"/>
              <a:t>", "profile/{</a:t>
            </a:r>
            <a:r>
              <a:rPr lang="pl-PL" sz="1600" dirty="0" err="1"/>
              <a:t>userId</a:t>
            </a:r>
            <a:r>
              <a:rPr lang="pl-PL" sz="1600" dirty="0"/>
              <a:t>}").</a:t>
            </a:r>
          </a:p>
        </p:txBody>
      </p:sp>
      <p:cxnSp>
        <p:nvCxnSpPr>
          <p:cNvPr id="45" name="Łącznik prosty ze strzałką 44">
            <a:extLst>
              <a:ext uri="{FF2B5EF4-FFF2-40B4-BE49-F238E27FC236}">
                <a16:creationId xmlns:a16="http://schemas.microsoft.com/office/drawing/2014/main" id="{274DB868-8EFF-4696-746E-B45C143E5BFC}"/>
              </a:ext>
            </a:extLst>
          </p:cNvPr>
          <p:cNvCxnSpPr>
            <a:cxnSpLocks/>
            <a:stCxn id="43" idx="0"/>
          </p:cNvCxnSpPr>
          <p:nvPr/>
        </p:nvCxnSpPr>
        <p:spPr>
          <a:xfrm flipH="1" flipV="1">
            <a:off x="7143468" y="5069424"/>
            <a:ext cx="489570" cy="55235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3986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D789D6-5DA8-42FF-3D45-1FEB23697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14323E-C2EF-55A7-7280-3E0B043F65E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B1FBA8E-3056-76A4-3F6B-951F80D72005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danych przez </a:t>
            </a:r>
            <a:r>
              <a:rPr lang="pl-PL" sz="1600" b="1" dirty="0" err="1"/>
              <a:t>route</a:t>
            </a:r>
            <a:r>
              <a:rPr lang="pl-PL" sz="1600" b="1" dirty="0"/>
              <a:t> (argumenty w URL)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04C4A84-63C8-9CD0-A1A6-A64C3CEEE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990" y="1135440"/>
            <a:ext cx="7763770" cy="5557444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E7FCE546-B513-D4AF-7357-1A1E9001088E}"/>
              </a:ext>
            </a:extLst>
          </p:cNvPr>
          <p:cNvSpPr/>
          <p:nvPr/>
        </p:nvSpPr>
        <p:spPr>
          <a:xfrm>
            <a:off x="4154845" y="5727442"/>
            <a:ext cx="172819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0D340F4-1463-5CC5-076F-91024D9ED9EE}"/>
              </a:ext>
            </a:extLst>
          </p:cNvPr>
          <p:cNvSpPr txBox="1"/>
          <p:nvPr/>
        </p:nvSpPr>
        <p:spPr>
          <a:xfrm>
            <a:off x="4237373" y="5762843"/>
            <a:ext cx="1558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Nazwa ekranu</a:t>
            </a: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7C0DC8F8-E748-5E22-A7F4-C11A45DF7CF3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5018941" y="4579163"/>
            <a:ext cx="1660621" cy="114827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2EBC233F-03C6-F345-E00F-1C800214D31D}"/>
              </a:ext>
            </a:extLst>
          </p:cNvPr>
          <p:cNvCxnSpPr>
            <a:cxnSpLocks/>
          </p:cNvCxnSpPr>
          <p:nvPr/>
        </p:nvCxnSpPr>
        <p:spPr>
          <a:xfrm flipV="1">
            <a:off x="6830569" y="4581128"/>
            <a:ext cx="377899" cy="112465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038604B2-12D3-B934-007C-FFA400C27F96}"/>
              </a:ext>
            </a:extLst>
          </p:cNvPr>
          <p:cNvCxnSpPr>
            <a:cxnSpLocks/>
            <a:stCxn id="20" idx="0"/>
          </p:cNvCxnSpPr>
          <p:nvPr/>
        </p:nvCxnSpPr>
        <p:spPr>
          <a:xfrm flipH="1" flipV="1">
            <a:off x="7853718" y="4613082"/>
            <a:ext cx="447860" cy="101213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3C2CCB52-2337-BC3A-CC73-F7C6B7A367FA}"/>
              </a:ext>
            </a:extLst>
          </p:cNvPr>
          <p:cNvSpPr/>
          <p:nvPr/>
        </p:nvSpPr>
        <p:spPr>
          <a:xfrm>
            <a:off x="6208818" y="5722560"/>
            <a:ext cx="124350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7BD0B1C8-3C50-0E11-7A4E-C9827A18C790}"/>
              </a:ext>
            </a:extLst>
          </p:cNvPr>
          <p:cNvSpPr txBox="1"/>
          <p:nvPr/>
        </p:nvSpPr>
        <p:spPr>
          <a:xfrm>
            <a:off x="6487640" y="5762843"/>
            <a:ext cx="920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dane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4B80A132-04DA-BC1F-F93D-C61B4CCC94BB}"/>
              </a:ext>
            </a:extLst>
          </p:cNvPr>
          <p:cNvSpPr/>
          <p:nvPr/>
        </p:nvSpPr>
        <p:spPr>
          <a:xfrm>
            <a:off x="7679827" y="5625216"/>
            <a:ext cx="124350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991A23E4-420A-DD53-6D18-60FE943EE1D5}"/>
              </a:ext>
            </a:extLst>
          </p:cNvPr>
          <p:cNvSpPr txBox="1"/>
          <p:nvPr/>
        </p:nvSpPr>
        <p:spPr>
          <a:xfrm>
            <a:off x="7958649" y="5665499"/>
            <a:ext cx="920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dane</a:t>
            </a:r>
          </a:p>
        </p:txBody>
      </p:sp>
    </p:spTree>
    <p:extLst>
      <p:ext uri="{BB962C8B-B14F-4D97-AF65-F5344CB8AC3E}">
        <p14:creationId xmlns:p14="http://schemas.microsoft.com/office/powerpoint/2010/main" val="2812749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1BCEDE-97C8-BD9A-45E7-F1BCA6DF6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AF637A-7C7E-EEA6-7AE1-B6DE18F2D0E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C045912-F117-B087-3649-EB42B3B3C5C5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danych przez </a:t>
            </a:r>
            <a:r>
              <a:rPr lang="pl-PL" sz="1600" dirty="0" err="1"/>
              <a:t>route</a:t>
            </a:r>
            <a:r>
              <a:rPr lang="pl-PL" sz="1600" dirty="0"/>
              <a:t> (argumenty w URL)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E8E42FC-82AD-AEF5-301F-2BF643D5DC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990" y="1135440"/>
            <a:ext cx="7763770" cy="5557444"/>
          </a:xfrm>
          <a:prstGeom prst="rect">
            <a:avLst/>
          </a:prstGeom>
        </p:spPr>
      </p:pic>
      <p:pic>
        <p:nvPicPr>
          <p:cNvPr id="12" name="Obraz 11">
            <a:extLst>
              <a:ext uri="{FF2B5EF4-FFF2-40B4-BE49-F238E27FC236}">
                <a16:creationId xmlns:a16="http://schemas.microsoft.com/office/drawing/2014/main" id="{C880CA7A-ED0A-E51A-1A43-1777A8BD36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7864" y="1175745"/>
            <a:ext cx="2461152" cy="5469226"/>
          </a:xfrm>
          <a:prstGeom prst="rect">
            <a:avLst/>
          </a:prstGeom>
        </p:spPr>
      </p:pic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C8F6E926-66C8-1F68-2CC7-D18E9378AA44}"/>
              </a:ext>
            </a:extLst>
          </p:cNvPr>
          <p:cNvSpPr/>
          <p:nvPr/>
        </p:nvSpPr>
        <p:spPr>
          <a:xfrm>
            <a:off x="3332067" y="1135440"/>
            <a:ext cx="2461152" cy="5509531"/>
          </a:xfrm>
          <a:prstGeom prst="roundRect">
            <a:avLst>
              <a:gd name="adj" fmla="val 5447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14761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503E40-25B5-3204-D26B-45EEA81DA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0D29EB-E684-D4E6-5EE3-F6CE9F35250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175FDF3-CBB4-7307-5979-5FFD88628BC4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danych przez </a:t>
            </a:r>
            <a:r>
              <a:rPr lang="pl-PL" sz="1600" b="1" dirty="0" err="1"/>
              <a:t>route</a:t>
            </a:r>
            <a:r>
              <a:rPr lang="pl-PL" sz="1600" b="1" dirty="0"/>
              <a:t> (argumenty w URL)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D31602A-E482-51F2-4BC5-E67700362E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251242"/>
            <a:ext cx="7993388" cy="5130085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74BFEEA2-84F8-1AA4-EBCB-40277F604B7D}"/>
              </a:ext>
            </a:extLst>
          </p:cNvPr>
          <p:cNvSpPr/>
          <p:nvPr/>
        </p:nvSpPr>
        <p:spPr>
          <a:xfrm>
            <a:off x="6476886" y="853178"/>
            <a:ext cx="2632118" cy="51033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469248B-E305-06A8-18ED-C7D9F7C8AD6C}"/>
              </a:ext>
            </a:extLst>
          </p:cNvPr>
          <p:cNvSpPr txBox="1"/>
          <p:nvPr/>
        </p:nvSpPr>
        <p:spPr>
          <a:xfrm>
            <a:off x="6549305" y="815960"/>
            <a:ext cx="24710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Funkcja przyjmuje dane jako parametry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D9D7FFC7-9D82-5DAB-0857-691AE69AD9C9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5627233" y="1400735"/>
            <a:ext cx="2157603" cy="3801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24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67EBE-93CD-D288-412D-1D9FC02D8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D0F01D-4F2E-EE88-83E7-E7BC6138013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6FA5555-2D1F-4F1F-13E4-1C3B4CD7E80C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danych przez </a:t>
            </a:r>
            <a:r>
              <a:rPr lang="pl-PL" sz="1600" dirty="0" err="1"/>
              <a:t>route</a:t>
            </a:r>
            <a:r>
              <a:rPr lang="pl-PL" sz="1600" dirty="0"/>
              <a:t> (argumenty w URL)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65E8823F-9E57-89B4-358D-A3C34486D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251242"/>
            <a:ext cx="7993388" cy="5130085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58CDB376-0CC6-9FB2-4FF0-0FE4744438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424" y="949087"/>
            <a:ext cx="2575152" cy="5722560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D6AFF092-627A-9F00-610F-D5C88A11CDA7}"/>
              </a:ext>
            </a:extLst>
          </p:cNvPr>
          <p:cNvSpPr/>
          <p:nvPr/>
        </p:nvSpPr>
        <p:spPr>
          <a:xfrm>
            <a:off x="3284424" y="960922"/>
            <a:ext cx="2452584" cy="5722560"/>
          </a:xfrm>
          <a:prstGeom prst="roundRect">
            <a:avLst>
              <a:gd name="adj" fmla="val 5447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54124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734E7-91F2-C866-1E14-1BD7D168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7086BB-033E-5E3A-CD15-B97FFCBB847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9ED06AF-8B5E-7B0E-A419-3A107316780C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danych przez </a:t>
            </a:r>
            <a:r>
              <a:rPr lang="pl-PL" sz="1600" b="1" dirty="0" err="1"/>
              <a:t>route</a:t>
            </a:r>
            <a:r>
              <a:rPr lang="pl-PL" sz="1600" b="1" dirty="0"/>
              <a:t> (argumenty w URL)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7F919342-2708-8FA0-6088-22CAB9C49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" y="1244107"/>
            <a:ext cx="9115425" cy="5353050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9FCA1393-9C94-E4B6-CDFA-ED3036FA961D}"/>
              </a:ext>
            </a:extLst>
          </p:cNvPr>
          <p:cNvSpPr/>
          <p:nvPr/>
        </p:nvSpPr>
        <p:spPr>
          <a:xfrm>
            <a:off x="4255457" y="3065110"/>
            <a:ext cx="172819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A7DCB667-DF97-745A-D592-2587ECDAB9CF}"/>
              </a:ext>
            </a:extLst>
          </p:cNvPr>
          <p:cNvSpPr txBox="1"/>
          <p:nvPr/>
        </p:nvSpPr>
        <p:spPr>
          <a:xfrm>
            <a:off x="4424886" y="3108121"/>
            <a:ext cx="1558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Nazwa ekranu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350DD8E0-21CE-2139-C34E-7B41B841D75B}"/>
              </a:ext>
            </a:extLst>
          </p:cNvPr>
          <p:cNvCxnSpPr>
            <a:cxnSpLocks/>
          </p:cNvCxnSpPr>
          <p:nvPr/>
        </p:nvCxnSpPr>
        <p:spPr>
          <a:xfrm flipH="1">
            <a:off x="3316987" y="3501008"/>
            <a:ext cx="1771888" cy="6190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8DB7AD8A-D687-6376-FBA0-4C26820C1108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4424886" y="3738984"/>
            <a:ext cx="2283639" cy="3810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131C6164-C79E-A2DB-6FF9-295BB2A541BA}"/>
              </a:ext>
            </a:extLst>
          </p:cNvPr>
          <p:cNvCxnSpPr>
            <a:cxnSpLocks/>
            <a:stCxn id="12" idx="2"/>
          </p:cNvCxnSpPr>
          <p:nvPr/>
        </p:nvCxnSpPr>
        <p:spPr>
          <a:xfrm flipH="1">
            <a:off x="5664718" y="3956933"/>
            <a:ext cx="2520857" cy="24019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55E0C004-DEAC-3CCA-DFC2-03CEC2F9EC92}"/>
              </a:ext>
            </a:extLst>
          </p:cNvPr>
          <p:cNvSpPr/>
          <p:nvPr/>
        </p:nvSpPr>
        <p:spPr>
          <a:xfrm>
            <a:off x="6086774" y="3303086"/>
            <a:ext cx="124350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385029B-7FD0-5B13-26EE-7BDCAA9C71C9}"/>
              </a:ext>
            </a:extLst>
          </p:cNvPr>
          <p:cNvSpPr txBox="1"/>
          <p:nvPr/>
        </p:nvSpPr>
        <p:spPr>
          <a:xfrm>
            <a:off x="6092815" y="3323328"/>
            <a:ext cx="14710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Parametr 1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D732761E-7E0A-AC9E-96F9-E60E3D10521D}"/>
              </a:ext>
            </a:extLst>
          </p:cNvPr>
          <p:cNvSpPr/>
          <p:nvPr/>
        </p:nvSpPr>
        <p:spPr>
          <a:xfrm>
            <a:off x="7563824" y="3521035"/>
            <a:ext cx="124350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DD84A752-A29D-8B30-5991-4021EB902E01}"/>
              </a:ext>
            </a:extLst>
          </p:cNvPr>
          <p:cNvSpPr txBox="1"/>
          <p:nvPr/>
        </p:nvSpPr>
        <p:spPr>
          <a:xfrm>
            <a:off x="7620665" y="3525719"/>
            <a:ext cx="12435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Parametr 2</a:t>
            </a:r>
          </a:p>
        </p:txBody>
      </p:sp>
    </p:spTree>
    <p:extLst>
      <p:ext uri="{BB962C8B-B14F-4D97-AF65-F5344CB8AC3E}">
        <p14:creationId xmlns:p14="http://schemas.microsoft.com/office/powerpoint/2010/main" val="536761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96EC5-B4A3-C230-1CDA-BAD054E6A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2BA25B-7E52-CA00-6F95-74E18F6C73B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85EEF6D-E94A-F67B-220B-9E33EAAF4F58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danych przez </a:t>
            </a:r>
            <a:r>
              <a:rPr lang="pl-PL" sz="1600" b="1" dirty="0" err="1"/>
              <a:t>query</a:t>
            </a:r>
            <a:r>
              <a:rPr lang="pl-PL" sz="1600" b="1" dirty="0"/>
              <a:t> </a:t>
            </a:r>
            <a:r>
              <a:rPr lang="pl-PL" sz="1600" b="1" dirty="0" err="1"/>
              <a:t>parameters</a:t>
            </a:r>
            <a:endParaRPr lang="pl-PL" sz="16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BF35490-73BF-BB25-5D60-F653D3787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" y="1676400"/>
            <a:ext cx="9086850" cy="5181600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2D453BC-230A-960F-7B21-5053C85894FB}"/>
              </a:ext>
            </a:extLst>
          </p:cNvPr>
          <p:cNvSpPr/>
          <p:nvPr/>
        </p:nvSpPr>
        <p:spPr>
          <a:xfrm>
            <a:off x="4154845" y="5727442"/>
            <a:ext cx="172819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9DE14487-94DE-256C-06BE-5F125D1FDDD7}"/>
              </a:ext>
            </a:extLst>
          </p:cNvPr>
          <p:cNvSpPr txBox="1"/>
          <p:nvPr/>
        </p:nvSpPr>
        <p:spPr>
          <a:xfrm>
            <a:off x="4237373" y="5762843"/>
            <a:ext cx="1558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Nazwa ekranu</a:t>
            </a:r>
          </a:p>
        </p:txBody>
      </p:sp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15DE6A64-B66B-548E-CE66-FA0A0160D7E1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4860032" y="4797152"/>
            <a:ext cx="158909" cy="93029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5C718C05-B639-74E4-8866-B4E9DD86D6A6}"/>
              </a:ext>
            </a:extLst>
          </p:cNvPr>
          <p:cNvCxnSpPr>
            <a:cxnSpLocks/>
          </p:cNvCxnSpPr>
          <p:nvPr/>
        </p:nvCxnSpPr>
        <p:spPr>
          <a:xfrm flipH="1" flipV="1">
            <a:off x="6444208" y="4797152"/>
            <a:ext cx="386361" cy="90863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7CE5EB98-1B52-C021-F61C-6D8267E9975E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8301578" y="4869160"/>
            <a:ext cx="0" cy="7560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768650F1-847E-41F4-ACC0-73051F24FBEF}"/>
              </a:ext>
            </a:extLst>
          </p:cNvPr>
          <p:cNvSpPr/>
          <p:nvPr/>
        </p:nvSpPr>
        <p:spPr>
          <a:xfrm>
            <a:off x="6208818" y="5722560"/>
            <a:ext cx="124350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0E8F4C9C-27BF-6998-FDAE-12ABCB412BD4}"/>
              </a:ext>
            </a:extLst>
          </p:cNvPr>
          <p:cNvSpPr txBox="1"/>
          <p:nvPr/>
        </p:nvSpPr>
        <p:spPr>
          <a:xfrm>
            <a:off x="6487640" y="5762843"/>
            <a:ext cx="920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dane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B6A07C83-4014-4E20-B538-5028910285C6}"/>
              </a:ext>
            </a:extLst>
          </p:cNvPr>
          <p:cNvSpPr/>
          <p:nvPr/>
        </p:nvSpPr>
        <p:spPr>
          <a:xfrm>
            <a:off x="7679827" y="5625216"/>
            <a:ext cx="124350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1080E269-F61D-15F9-4C79-DE7F1BF90094}"/>
              </a:ext>
            </a:extLst>
          </p:cNvPr>
          <p:cNvSpPr txBox="1"/>
          <p:nvPr/>
        </p:nvSpPr>
        <p:spPr>
          <a:xfrm>
            <a:off x="7958649" y="5665499"/>
            <a:ext cx="9202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dane</a:t>
            </a:r>
          </a:p>
        </p:txBody>
      </p:sp>
    </p:spTree>
    <p:extLst>
      <p:ext uri="{BB962C8B-B14F-4D97-AF65-F5344CB8AC3E}">
        <p14:creationId xmlns:p14="http://schemas.microsoft.com/office/powerpoint/2010/main" val="226847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CE9C0-2025-DF27-470E-BCDF4B6EE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1B0AC69-85C7-505E-44BD-D07B5CC2CFB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6FD2F42-6CBA-B5A8-B279-70A7DD6C5853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danych przez </a:t>
            </a:r>
            <a:r>
              <a:rPr lang="pl-PL" sz="1600" b="1" dirty="0" err="1"/>
              <a:t>query</a:t>
            </a:r>
            <a:r>
              <a:rPr lang="pl-PL" sz="1600" b="1" dirty="0"/>
              <a:t> </a:t>
            </a:r>
            <a:r>
              <a:rPr lang="pl-PL" sz="1600" b="1" dirty="0" err="1"/>
              <a:t>parameters</a:t>
            </a:r>
            <a:endParaRPr lang="pl-PL" sz="16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5B59C1A3-5CC3-1F63-28A0-FA72448BC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76" y="1916832"/>
            <a:ext cx="8987247" cy="462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200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B85F9E-FBDE-3B21-7E4C-55515F367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045A4F-4E09-E5D9-4FDB-75C2FADF6FF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0A06DE6-B47F-5174-96AD-00FB576BDCEB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danych przez </a:t>
            </a:r>
            <a:r>
              <a:rPr lang="pl-PL" sz="1600" b="1" dirty="0" err="1"/>
              <a:t>query</a:t>
            </a:r>
            <a:r>
              <a:rPr lang="pl-PL" sz="1600" b="1" dirty="0"/>
              <a:t> </a:t>
            </a:r>
            <a:r>
              <a:rPr lang="pl-PL" sz="1600" b="1" dirty="0" err="1"/>
              <a:t>parameters</a:t>
            </a:r>
            <a:endParaRPr lang="pl-PL" sz="1600" b="1" dirty="0"/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5351F6D1-A21A-15E7-9232-8FAA86A98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324" y="1135441"/>
            <a:ext cx="5852308" cy="5722560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D4CC5AD8-1691-621D-82CF-BA87F3EA6B62}"/>
              </a:ext>
            </a:extLst>
          </p:cNvPr>
          <p:cNvSpPr/>
          <p:nvPr/>
        </p:nvSpPr>
        <p:spPr>
          <a:xfrm>
            <a:off x="4860032" y="1504620"/>
            <a:ext cx="172819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0A06EC11-0946-55E7-DC20-4A9ACBA13910}"/>
              </a:ext>
            </a:extLst>
          </p:cNvPr>
          <p:cNvSpPr txBox="1"/>
          <p:nvPr/>
        </p:nvSpPr>
        <p:spPr>
          <a:xfrm>
            <a:off x="4921520" y="1554583"/>
            <a:ext cx="1558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Nazwa ekranu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BD2404F1-FF1E-59E1-9CC3-CE7D5070DA9E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3720926" y="1722569"/>
            <a:ext cx="1139106" cy="69831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F868D852-F9DA-26DD-9F43-EBB5AD498327}"/>
              </a:ext>
            </a:extLst>
          </p:cNvPr>
          <p:cNvCxnSpPr>
            <a:cxnSpLocks/>
          </p:cNvCxnSpPr>
          <p:nvPr/>
        </p:nvCxnSpPr>
        <p:spPr>
          <a:xfrm flipH="1">
            <a:off x="5622269" y="1990481"/>
            <a:ext cx="1300407" cy="43385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4A764900-F6C8-1A2B-BF3D-953AFE29244F}"/>
              </a:ext>
            </a:extLst>
          </p:cNvPr>
          <p:cNvSpPr/>
          <p:nvPr/>
        </p:nvSpPr>
        <p:spPr>
          <a:xfrm>
            <a:off x="6922676" y="1772532"/>
            <a:ext cx="172819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76F436B6-96C9-CDF4-E6EB-BDDC9A54C600}"/>
              </a:ext>
            </a:extLst>
          </p:cNvPr>
          <p:cNvSpPr txBox="1"/>
          <p:nvPr/>
        </p:nvSpPr>
        <p:spPr>
          <a:xfrm>
            <a:off x="7228416" y="1808552"/>
            <a:ext cx="1558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argumenty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B1900D5F-8E45-3784-3D7C-B811E8B250DF}"/>
              </a:ext>
            </a:extLst>
          </p:cNvPr>
          <p:cNvSpPr/>
          <p:nvPr/>
        </p:nvSpPr>
        <p:spPr>
          <a:xfrm>
            <a:off x="1066242" y="3321008"/>
            <a:ext cx="1728192" cy="68405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14598255-7E8B-7D84-6361-D0A239057EE7}"/>
              </a:ext>
            </a:extLst>
          </p:cNvPr>
          <p:cNvSpPr txBox="1"/>
          <p:nvPr/>
        </p:nvSpPr>
        <p:spPr>
          <a:xfrm>
            <a:off x="1150957" y="3321009"/>
            <a:ext cx="15587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Rozpakowanie argumentów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54C7BED-58B1-D783-8430-8716DC4C2CFC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2794434" y="3068960"/>
            <a:ext cx="332075" cy="59407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ze strzałką 24">
            <a:extLst>
              <a:ext uri="{FF2B5EF4-FFF2-40B4-BE49-F238E27FC236}">
                <a16:creationId xmlns:a16="http://schemas.microsoft.com/office/drawing/2014/main" id="{3E280B0A-2706-55FC-52CA-46FD3A92641C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2794434" y="3663036"/>
            <a:ext cx="454655" cy="3631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5850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F1186-E05D-3CDF-0BE1-BFB6B72B8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922AFE-2B70-66FB-E3BA-6839C8EF349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898FED6-DFC3-E3FF-BD45-0580D2D9B25C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złożonych danych (obiektów) przez </a:t>
            </a:r>
            <a:r>
              <a:rPr lang="pl-PL" sz="1600" b="1" dirty="0" err="1"/>
              <a:t>SavedStateHandle</a:t>
            </a:r>
            <a:endParaRPr lang="pl-PL" sz="1600" b="1" dirty="0"/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7B29BF22-9A18-1640-48F4-91BDDB378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0814" y="1135440"/>
            <a:ext cx="5142774" cy="5722560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D5F89275-AE3C-E9AF-EA99-57407922E9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276872"/>
            <a:ext cx="2562225" cy="1895475"/>
          </a:xfrm>
          <a:prstGeom prst="rect">
            <a:avLst/>
          </a:prstGeom>
        </p:spPr>
      </p:pic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803201D-7F52-C20E-B821-2DFB63202257}"/>
              </a:ext>
            </a:extLst>
          </p:cNvPr>
          <p:cNvSpPr/>
          <p:nvPr/>
        </p:nvSpPr>
        <p:spPr>
          <a:xfrm>
            <a:off x="6589764" y="3967669"/>
            <a:ext cx="172819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8B502853-2789-E94F-10ED-519A5236FCD5}"/>
              </a:ext>
            </a:extLst>
          </p:cNvPr>
          <p:cNvSpPr txBox="1"/>
          <p:nvPr/>
        </p:nvSpPr>
        <p:spPr>
          <a:xfrm>
            <a:off x="6840030" y="4003070"/>
            <a:ext cx="15587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Konwerter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6DBA47A5-FDA8-A99A-37E2-50D4FDB081B8}"/>
              </a:ext>
            </a:extLst>
          </p:cNvPr>
          <p:cNvCxnSpPr>
            <a:cxnSpLocks/>
          </p:cNvCxnSpPr>
          <p:nvPr/>
        </p:nvCxnSpPr>
        <p:spPr>
          <a:xfrm flipH="1">
            <a:off x="6007924" y="4402426"/>
            <a:ext cx="1385400" cy="46673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519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A2DA2E-087C-A09F-3C20-7AA0C6E4D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386103-3BA0-C321-06D1-49B876D079D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77C3302-53ED-BC38-50BA-191EB8342E60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złożonych danych (obiektów) przez </a:t>
            </a:r>
            <a:r>
              <a:rPr lang="pl-PL" sz="1600" b="1" dirty="0" err="1"/>
              <a:t>SavedStateHandle</a:t>
            </a:r>
            <a:endParaRPr lang="pl-PL" sz="16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52426A3-6712-D574-D2AA-2CF2AEAB85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5656" y="1173381"/>
            <a:ext cx="6923906" cy="5495979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99D07686-6DA4-AA1B-8676-B32B0B1149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4" y="4943245"/>
            <a:ext cx="25622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35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8AC3E-4521-896F-9FC5-78A44384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93D9A1-F54E-A14E-9947-FB9EF0F22EC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Przekazywanie Danych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7B6CF78-B7F4-8578-0067-A9BE345125A7}"/>
              </a:ext>
            </a:extLst>
          </p:cNvPr>
          <p:cNvSpPr txBox="1"/>
          <p:nvPr/>
        </p:nvSpPr>
        <p:spPr>
          <a:xfrm>
            <a:off x="1033752" y="796886"/>
            <a:ext cx="81102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Przekazywanie złożonych danych (obiektów) przez </a:t>
            </a:r>
            <a:r>
              <a:rPr lang="pl-PL" sz="1600" b="1" dirty="0" err="1"/>
              <a:t>SavedStateHandle</a:t>
            </a:r>
            <a:endParaRPr lang="pl-PL" sz="1600" b="1" dirty="0"/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46EC4B99-CBD3-2842-68A6-1F403E9869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539" y="1184558"/>
            <a:ext cx="8175460" cy="5484802"/>
          </a:xfrm>
          <a:prstGeom prst="rect">
            <a:avLst/>
          </a:prstGeom>
        </p:spPr>
      </p:pic>
      <p:pic>
        <p:nvPicPr>
          <p:cNvPr id="14" name="Obraz 13">
            <a:extLst>
              <a:ext uri="{FF2B5EF4-FFF2-40B4-BE49-F238E27FC236}">
                <a16:creationId xmlns:a16="http://schemas.microsoft.com/office/drawing/2014/main" id="{36806675-B7B7-FB69-3C39-011392CCD8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0272" y="5340186"/>
            <a:ext cx="2051719" cy="1517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9835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6CFD36-6589-209A-5335-01904E52C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5A42E6-D76B-A3D1-F885-EB0E23F101D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Sealed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5C39CF09-A273-C3ED-7C2B-13FFE3A25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9672" y="980728"/>
            <a:ext cx="6696744" cy="120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65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B29623-958F-8F4A-FDB6-39ED69FDA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1C90AE-0384-989E-249D-EA7AA869A5F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Sealed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6D000A0-D3CA-3D7C-CE2E-55C001DBF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818679"/>
            <a:ext cx="4758233" cy="601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2619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6EFB7-6523-EE1A-204D-EF1F16ACD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704A92-AE1E-4A57-6B49-C658ED307BB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Sealed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0B8421E3-7CE6-9D54-C2CF-65529E183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212" y="2900553"/>
            <a:ext cx="8120788" cy="2808312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F0A6669B-0B09-7D01-79DC-B0C7EBE441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980728"/>
            <a:ext cx="6696744" cy="1203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37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4DF229-CA63-8BD6-D8F3-A4F552653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189F50-1378-B333-CD3F-C53D2160172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Bottom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Navigation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AFFD3A0-6566-CF1F-3823-426BE4D8B7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836712"/>
            <a:ext cx="3419500" cy="952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381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9B2B69-D176-9324-941B-AC2C518DF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D1E904-EF45-C7B0-8719-8E09F720771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Bottom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Navigation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4BF9E03-3D2B-D958-F039-8202D267A0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836712"/>
            <a:ext cx="3419500" cy="952507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6030B054-F66A-045A-3362-EC4357DF3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5736" y="2060848"/>
            <a:ext cx="6809767" cy="4725144"/>
          </a:xfrm>
          <a:prstGeom prst="rect">
            <a:avLst/>
          </a:prstGeom>
        </p:spPr>
      </p:pic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D87A6BAA-33BC-4B07-D8CC-247FEAEA2FEB}"/>
              </a:ext>
            </a:extLst>
          </p:cNvPr>
          <p:cNvSpPr/>
          <p:nvPr/>
        </p:nvSpPr>
        <p:spPr>
          <a:xfrm>
            <a:off x="107504" y="2741677"/>
            <a:ext cx="1728192" cy="43589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5084FAC0-D910-2FA7-600C-E1EBC86C6F03}"/>
              </a:ext>
            </a:extLst>
          </p:cNvPr>
          <p:cNvSpPr txBox="1"/>
          <p:nvPr/>
        </p:nvSpPr>
        <p:spPr>
          <a:xfrm>
            <a:off x="192218" y="2775153"/>
            <a:ext cx="16434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Ekrany aplikacji</a:t>
            </a:r>
          </a:p>
        </p:txBody>
      </p:sp>
      <p:cxnSp>
        <p:nvCxnSpPr>
          <p:cNvPr id="10" name="Łącznik prosty ze strzałką 9">
            <a:extLst>
              <a:ext uri="{FF2B5EF4-FFF2-40B4-BE49-F238E27FC236}">
                <a16:creationId xmlns:a16="http://schemas.microsoft.com/office/drawing/2014/main" id="{9B9C3DE1-B7AF-C0C9-7A0E-635B1B382FE9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1835696" y="2348880"/>
            <a:ext cx="720080" cy="61074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096CB14A-8EF0-A4F3-61D3-3314402FCD34}"/>
              </a:ext>
            </a:extLst>
          </p:cNvPr>
          <p:cNvSpPr/>
          <p:nvPr/>
        </p:nvSpPr>
        <p:spPr>
          <a:xfrm>
            <a:off x="28228" y="4200677"/>
            <a:ext cx="1728192" cy="86447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69F0B53D-ACF8-43EC-C0F2-AC359F1DAA7E}"/>
              </a:ext>
            </a:extLst>
          </p:cNvPr>
          <p:cNvSpPr txBox="1"/>
          <p:nvPr/>
        </p:nvSpPr>
        <p:spPr>
          <a:xfrm>
            <a:off x="112942" y="4234154"/>
            <a:ext cx="1643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Ekrany na które można przejść z dolnej belki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0784ABB9-5693-1125-8F38-24047FD67D75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1756420" y="3807881"/>
            <a:ext cx="720080" cy="82503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4773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D65432-3096-B14A-99EA-4265F6722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B53C4B-C0B2-D316-BF5B-8D2017F08F1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Bottom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Navigation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C63AA4C-98EE-2231-8273-3242FA6784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836712"/>
            <a:ext cx="3419500" cy="95250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82923E4B-FF52-FBC2-1125-1B03C055D7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672098"/>
            <a:ext cx="4838735" cy="2228866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3D4C8F89-FABD-D24F-5148-00FFCE90EB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900964"/>
            <a:ext cx="4762535" cy="2447943"/>
          </a:xfrm>
          <a:prstGeom prst="rect">
            <a:avLst/>
          </a:prstGeom>
        </p:spPr>
      </p:pic>
      <p:pic>
        <p:nvPicPr>
          <p:cNvPr id="10" name="Obraz 9">
            <a:extLst>
              <a:ext uri="{FF2B5EF4-FFF2-40B4-BE49-F238E27FC236}">
                <a16:creationId xmlns:a16="http://schemas.microsoft.com/office/drawing/2014/main" id="{8AF4109B-AA7B-7A81-D4A4-2FF61F1842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1130" y="2948933"/>
            <a:ext cx="4724435" cy="2200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088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5AEB7-D134-8232-F145-681E8563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705122-0A8E-8F8B-E41C-2F1A78549C2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Bottom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Navigation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D5A5D8D-B462-9EB4-E0E1-7EC7F49EA9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490" y="1233184"/>
            <a:ext cx="8220135" cy="5162588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6D17DEC0-4810-F613-D7B2-1267488778E0}"/>
              </a:ext>
            </a:extLst>
          </p:cNvPr>
          <p:cNvSpPr/>
          <p:nvPr/>
        </p:nvSpPr>
        <p:spPr>
          <a:xfrm>
            <a:off x="7039669" y="2190108"/>
            <a:ext cx="1728192" cy="86447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98605DB3-8AA7-53DA-D80E-81E4895E865D}"/>
              </a:ext>
            </a:extLst>
          </p:cNvPr>
          <p:cNvSpPr txBox="1"/>
          <p:nvPr/>
        </p:nvSpPr>
        <p:spPr>
          <a:xfrm>
            <a:off x="7196391" y="2190108"/>
            <a:ext cx="14994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Graf nawigacji powiązany z dolną belką</a:t>
            </a: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FF4E7181-2F40-8814-191E-19BE975BEC10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6103565" y="2118100"/>
            <a:ext cx="936104" cy="50424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81441E63-13D5-5E0F-FE0C-B4E91DE2258D}"/>
              </a:ext>
            </a:extLst>
          </p:cNvPr>
          <p:cNvSpPr/>
          <p:nvPr/>
        </p:nvSpPr>
        <p:spPr>
          <a:xfrm>
            <a:off x="4073888" y="2700396"/>
            <a:ext cx="1728192" cy="43429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BC044B3-2FF1-2D57-1F05-45776E2E171F}"/>
              </a:ext>
            </a:extLst>
          </p:cNvPr>
          <p:cNvSpPr txBox="1"/>
          <p:nvPr/>
        </p:nvSpPr>
        <p:spPr>
          <a:xfrm>
            <a:off x="4230610" y="2700396"/>
            <a:ext cx="1499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Lista ekranów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49F69484-9238-744F-F239-7687AFE1CC9E}"/>
              </a:ext>
            </a:extLst>
          </p:cNvPr>
          <p:cNvCxnSpPr>
            <a:cxnSpLocks/>
          </p:cNvCxnSpPr>
          <p:nvPr/>
        </p:nvCxnSpPr>
        <p:spPr>
          <a:xfrm>
            <a:off x="5016345" y="3165745"/>
            <a:ext cx="1067823" cy="4344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698A8E21-C0CB-6104-600F-D627EF66079D}"/>
              </a:ext>
            </a:extLst>
          </p:cNvPr>
          <p:cNvSpPr/>
          <p:nvPr/>
        </p:nvSpPr>
        <p:spPr>
          <a:xfrm>
            <a:off x="6359518" y="4021216"/>
            <a:ext cx="2796963" cy="80722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F7C9B5AE-48BB-B33F-2F49-68C86A9E5A95}"/>
              </a:ext>
            </a:extLst>
          </p:cNvPr>
          <p:cNvSpPr txBox="1"/>
          <p:nvPr/>
        </p:nvSpPr>
        <p:spPr>
          <a:xfrm>
            <a:off x="6359518" y="3949529"/>
            <a:ext cx="27527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Pobiera aktualny wpis na stosie nawigacji (</a:t>
            </a:r>
            <a:r>
              <a:rPr lang="pl-PL" sz="1600" dirty="0" err="1"/>
              <a:t>back</a:t>
            </a:r>
            <a:r>
              <a:rPr lang="pl-PL" sz="1600" dirty="0"/>
              <a:t> </a:t>
            </a:r>
            <a:r>
              <a:rPr lang="pl-PL" sz="1600" dirty="0" err="1"/>
              <a:t>stack</a:t>
            </a:r>
            <a:r>
              <a:rPr lang="pl-PL" sz="1600" dirty="0"/>
              <a:t>) jako stan kompozycji</a:t>
            </a: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5BAE8B03-98A6-0275-BE9D-212A3F8346ED}"/>
              </a:ext>
            </a:extLst>
          </p:cNvPr>
          <p:cNvCxnSpPr>
            <a:cxnSpLocks/>
          </p:cNvCxnSpPr>
          <p:nvPr/>
        </p:nvCxnSpPr>
        <p:spPr>
          <a:xfrm flipH="1" flipV="1">
            <a:off x="6079705" y="4021216"/>
            <a:ext cx="279813" cy="34674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42605C7F-5925-27D5-4680-1279233D0B42}"/>
              </a:ext>
            </a:extLst>
          </p:cNvPr>
          <p:cNvSpPr/>
          <p:nvPr/>
        </p:nvSpPr>
        <p:spPr>
          <a:xfrm>
            <a:off x="3978349" y="4367957"/>
            <a:ext cx="1823731" cy="61442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6" name="pole tekstowe 25">
            <a:extLst>
              <a:ext uri="{FF2B5EF4-FFF2-40B4-BE49-F238E27FC236}">
                <a16:creationId xmlns:a16="http://schemas.microsoft.com/office/drawing/2014/main" id="{775BABAC-EB0B-ABD1-E382-3AEC15464230}"/>
              </a:ext>
            </a:extLst>
          </p:cNvPr>
          <p:cNvSpPr txBox="1"/>
          <p:nvPr/>
        </p:nvSpPr>
        <p:spPr>
          <a:xfrm>
            <a:off x="3979862" y="4348316"/>
            <a:ext cx="18237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Pobiera aktualną pozycję nawigacji</a:t>
            </a:r>
          </a:p>
        </p:txBody>
      </p:sp>
      <p:cxnSp>
        <p:nvCxnSpPr>
          <p:cNvPr id="27" name="Łącznik prosty ze strzałką 26">
            <a:extLst>
              <a:ext uri="{FF2B5EF4-FFF2-40B4-BE49-F238E27FC236}">
                <a16:creationId xmlns:a16="http://schemas.microsoft.com/office/drawing/2014/main" id="{9296EF5B-A613-127C-B51E-F818162A0086}"/>
              </a:ext>
            </a:extLst>
          </p:cNvPr>
          <p:cNvCxnSpPr>
            <a:cxnSpLocks/>
          </p:cNvCxnSpPr>
          <p:nvPr/>
        </p:nvCxnSpPr>
        <p:spPr>
          <a:xfrm flipV="1">
            <a:off x="4994287" y="4174945"/>
            <a:ext cx="220330" cy="17337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C0E2FEEE-31CD-4617-CF80-4BBB3930CC66}"/>
              </a:ext>
            </a:extLst>
          </p:cNvPr>
          <p:cNvSpPr/>
          <p:nvPr/>
        </p:nvSpPr>
        <p:spPr>
          <a:xfrm>
            <a:off x="6219965" y="5992160"/>
            <a:ext cx="2882609" cy="80722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7F980C62-5E5A-C54D-93AD-98721BC3C3D0}"/>
              </a:ext>
            </a:extLst>
          </p:cNvPr>
          <p:cNvSpPr txBox="1"/>
          <p:nvPr/>
        </p:nvSpPr>
        <p:spPr>
          <a:xfrm>
            <a:off x="6264187" y="5968387"/>
            <a:ext cx="2879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określa, czy dana zakładka w pasku nawigacji powinna być oznaczona jako wybrana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57576091-10CD-C98E-F8E2-CFC1B0CE0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2125" y="744922"/>
            <a:ext cx="3419500" cy="952507"/>
          </a:xfrm>
          <a:prstGeom prst="rect">
            <a:avLst/>
          </a:prstGeom>
        </p:spPr>
      </p:pic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432DBC5F-8967-EEEE-8A2A-648FA5BDC6B1}"/>
              </a:ext>
            </a:extLst>
          </p:cNvPr>
          <p:cNvCxnSpPr>
            <a:cxnSpLocks/>
          </p:cNvCxnSpPr>
          <p:nvPr/>
        </p:nvCxnSpPr>
        <p:spPr>
          <a:xfrm flipH="1" flipV="1">
            <a:off x="7481875" y="5438735"/>
            <a:ext cx="319300" cy="55342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4251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4F47E4-499A-DECE-5D63-3ACCBCE8C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29B5990-0457-8DBC-696B-2356B4B5C0B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Nawigacja –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Bottom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Navigation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70D25BC-890E-0E75-D50A-16C5F34A8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836712"/>
            <a:ext cx="3419500" cy="952507"/>
          </a:xfrm>
          <a:prstGeom prst="rect">
            <a:avLst/>
          </a:prstGeom>
        </p:spPr>
      </p:pic>
      <p:pic>
        <p:nvPicPr>
          <p:cNvPr id="5" name="Obraz 4">
            <a:extLst>
              <a:ext uri="{FF2B5EF4-FFF2-40B4-BE49-F238E27FC236}">
                <a16:creationId xmlns:a16="http://schemas.microsoft.com/office/drawing/2014/main" id="{A5CA6EF1-3665-3D64-E76C-16331C0793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7093" y="2643312"/>
            <a:ext cx="4753010" cy="24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06676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89007</TotalTime>
  <Pages>0</Pages>
  <Words>453</Words>
  <Characters>0</Characters>
  <Application>Microsoft Office PowerPoint</Application>
  <PresentationFormat>Pokaz na ekranie (4:3)</PresentationFormat>
  <Lines>0</Lines>
  <Paragraphs>94</Paragraphs>
  <Slides>24</Slides>
  <Notes>24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1365</cp:revision>
  <dcterms:modified xsi:type="dcterms:W3CDTF">2025-04-28T17:33:27Z</dcterms:modified>
  <cp:category/>
</cp:coreProperties>
</file>